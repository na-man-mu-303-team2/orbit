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  <p:sp>
        <p:nvSpPr>
          <p:cNvPr id="99" name="Notes master fixture marker"/>
          <p:cNvSpPr txBox="1"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NOTES_MASTER_DECORATION_DO_NOT_IMPORT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문단</a:t>
            </a:r>
          </a:p>
          <a:p/>
          <a:p>
            <a:r>
              <a:t>수동</a:t>
            </a:r>
            <a:br/>
            <a:r>
              <a:t>줄바꿈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98" name="Notes non-body fixture marker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NOTES_NON_BODY_DO_NOT_IMPORT</a:t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pc="120">
                <a:latin typeface="Pretendard SemiBold"/>
              </a:rPr>
              <a:t>Inherited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Letter spacing and inherited sizing baseline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7863840" y="1554480"/>
            <a:ext cx="3291840" cy="1463040"/>
          </a:xfrm>
          <a:prstGeom prst="wedgeRoundRectCallou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Unsupported callout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914400" y="2926080"/>
            <a:ext cx="4663440" cy="1828800"/>
            <a:chOff x="914400" y="2926080"/>
            <a:chExt cx="4663440" cy="1828800"/>
          </a:xfrm>
        </p:grpSpPr>
        <p:pic>
          <p:nvPicPr>
            <p:cNvPr id="5" name="Picture 4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926080"/>
              <a:ext cx="2743200" cy="1828800"/>
            </a:xfrm>
            <a:prstGeom prst="rect">
              <a:avLst/>
            </a:prstGeom>
          </p:spPr>
        </p:pic>
        <p:sp>
          <p:nvSpPr>
            <p:cNvPr id="6" name="Rounded Rectangle 5"/>
            <p:cNvSpPr/>
            <p:nvPr/>
          </p:nvSpPr>
          <p:spPr>
            <a:xfrm>
              <a:off x="3200400" y="3246120"/>
              <a:ext cx="2377440" cy="100584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Grouped image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